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66" d="100"/>
          <a:sy n="166" d="100"/>
        </p:scale>
        <p:origin x="-1056" y="-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6E826-3002-0579-E015-7A06227C4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9DDF9-09D5-0345-BE06-F7EDA5391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94DB2-3AE7-E371-8796-B4CDC3C65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425E6-9ADB-7889-9E26-28B858937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5DE40-C96E-54D3-2F88-80EBBE3F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9455F-B566-328B-124E-AC6321406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31EDD-98BA-824A-5B45-6A6BC740C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92D39-760B-78A2-C2FA-7E7F05C13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E91C5-6485-DCA3-6B94-DC2F3712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06AEB-FAF8-C705-CA07-89A62782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E44D-D9F1-655C-65B8-19491C2FD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1601F-7A6E-1AF1-FE55-988092679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5F165-732B-A3B3-C1E9-CAB7B516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8FD93-25CF-4A4D-EE0D-9A2EDB0EF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23A5C-75D4-3331-E048-987F30D4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0676-0A84-70B8-8114-381F1C34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4AA0-3C86-5E98-FC89-012571167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50CC6-C322-CB9E-7B23-23795B2B4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1CBD0-CDCC-5B0E-76D0-C7F36ACD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C0436-F139-4DF5-6FBD-01EB09EC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23CC8-830F-4FA9-5CCF-2E920B7E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88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1682-238C-05E9-70D5-DDEE9A9A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19A63-933C-B608-DB72-141C11352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96DA1-DA65-90F7-B8A2-9B4B46C21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E77B38-E92F-CF4D-78FC-109B409F4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67DFC-AA8F-4C41-E67B-994E563B4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CA50A4-DE07-B312-BBBD-F9090BAB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31615-AAC7-443D-94B7-453F961B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AAB96-C149-FDCA-7656-2E2462073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9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E6D6-4D9B-A7CE-F4F2-D01005F90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5EE58A-8398-98BE-75E3-8FD1DF6C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01573-026A-6A78-7DAC-7B6409BF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935C8-5B46-D683-D482-50FF92D5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3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D64C4-A331-0B87-8CCA-FA48A8E1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AEE1B0-ABB9-8B32-442E-3A076B78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3491E-BEBE-A183-C105-AAA37457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0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268E-3214-3147-15BC-F315DD337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53C82-7228-7AEE-2784-78EAAFA8F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2F229-A981-6E2C-2BAF-C9763BD3E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6C138-56C9-0C0D-1086-F4F421A9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EA0A4-9CC1-A31F-EDBD-4C025E2E3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56A74-D7F3-22B4-B05B-FFCDFA1A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47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74DF-9C7F-9F80-9ABB-AD639B159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2A9EB-2F9F-CC49-E55E-9EBF7CDE2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94F0B-D64C-EBB7-A182-24D298565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502E0-A8EB-C4DA-8544-A0137316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2D12E-304F-9B02-1849-A45B782C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EA0A7-E826-1897-A9A1-89108A65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21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AE28-DE07-1A81-C77C-D8C601B49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29F30-2F2B-1FB6-5D8C-185B7AE66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209AD-2B79-3883-EA7C-F0D1D2AAD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D1AF-28BC-DBD8-0998-D5F2C6ED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6906D-5A46-B182-574D-35ED4CB8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85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02F598-4F67-816B-28CB-D8AD10BEB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6008C-7AA1-4E4E-AABB-83BCE675D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48EE5-75B7-25E4-C93C-6FFD8F099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E5FD1-AC89-1FB6-9268-A711AFE5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C455D-B9C4-2FE2-96F5-8362C55A5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24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F5E4A-B327-CB93-8A73-A0D99E486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4CEAD-3A85-1B2F-ECF0-EB2510686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885F0-FDF6-1AF2-7397-8188B983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3CE3D-CCB6-BE4D-B7D5-F58ECF6D66F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48C7F-F9E1-EF1D-DC08-6B46C492F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285C4-ECD4-9C4B-EFFB-3CEA5FAAB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DD382-43B1-0D47-A54E-B0BDC43A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55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8AD2928-48BE-87E3-C553-DE896D51D006}"/>
              </a:ext>
            </a:extLst>
          </p:cNvPr>
          <p:cNvGrpSpPr/>
          <p:nvPr/>
        </p:nvGrpSpPr>
        <p:grpSpPr>
          <a:xfrm>
            <a:off x="1243860" y="1346004"/>
            <a:ext cx="4460630" cy="4165991"/>
            <a:chOff x="628421" y="2076058"/>
            <a:chExt cx="4460630" cy="416599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17C35F9-EA9F-B91E-4B25-BA1635D0C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artisticGlowEdges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6200000">
              <a:off x="775740" y="1928739"/>
              <a:ext cx="4165991" cy="446063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8A3F829-9BF2-E299-BD10-52F90C055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6429" y1="54367" x2="46429" y2="54367"/>
                          <a14:foregroundMark x1="48810" y1="35241" x2="48810" y2="3524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209716" y="3096014"/>
              <a:ext cx="1700533" cy="2240385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0DB1580-0A3A-BA56-E93D-1B5658C2B071}"/>
              </a:ext>
            </a:extLst>
          </p:cNvPr>
          <p:cNvSpPr txBox="1"/>
          <p:nvPr/>
        </p:nvSpPr>
        <p:spPr>
          <a:xfrm>
            <a:off x="5316348" y="1905506"/>
            <a:ext cx="59578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atin typeface="Futura" panose="020B0602020204020303" pitchFamily="34" charset="-79"/>
                <a:cs typeface="Futura" panose="020B0602020204020303" pitchFamily="34" charset="-79"/>
              </a:rPr>
              <a:t>résumé</a:t>
            </a:r>
            <a:br>
              <a:rPr lang="en-US" sz="9600" b="1" dirty="0">
                <a:latin typeface="Futura" panose="020B0602020204020303" pitchFamily="34" charset="-79"/>
                <a:cs typeface="Futura" panose="020B0602020204020303" pitchFamily="34" charset="-79"/>
              </a:rPr>
            </a:br>
            <a:r>
              <a:rPr lang="en-US" sz="9600" b="1" dirty="0">
                <a:latin typeface="Futura" panose="020B0602020204020303" pitchFamily="34" charset="-79"/>
                <a:cs typeface="Futura" panose="020B0602020204020303" pitchFamily="34" charset="-79"/>
              </a:rPr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318367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A77B91E-8971-D6D1-DAAB-FA3ED6C4BB89}"/>
              </a:ext>
            </a:extLst>
          </p:cNvPr>
          <p:cNvGrpSpPr/>
          <p:nvPr/>
        </p:nvGrpSpPr>
        <p:grpSpPr>
          <a:xfrm>
            <a:off x="2468099" y="2707845"/>
            <a:ext cx="7255802" cy="1442310"/>
            <a:chOff x="2541846" y="4926764"/>
            <a:chExt cx="7255802" cy="144231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75A240C-C0D0-A2C2-AFC1-CA2CC1B1E0A8}"/>
                </a:ext>
              </a:extLst>
            </p:cNvPr>
            <p:cNvSpPr txBox="1"/>
            <p:nvPr/>
          </p:nvSpPr>
          <p:spPr>
            <a:xfrm>
              <a:off x="2541846" y="5168745"/>
              <a:ext cx="723253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b="1" dirty="0">
                  <a:latin typeface="PT Mono" panose="02060509020205020204" pitchFamily="49" charset="77"/>
                  <a:cs typeface="Courier New" panose="02070309020205020404" pitchFamily="49" charset="0"/>
                </a:rPr>
                <a:t>résuméSpace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2EBBB0F-E7AE-E7D9-627D-82FCB95F3662}"/>
                </a:ext>
              </a:extLst>
            </p:cNvPr>
            <p:cNvGrpSpPr/>
            <p:nvPr/>
          </p:nvGrpSpPr>
          <p:grpSpPr>
            <a:xfrm rot="1812666">
              <a:off x="8753785" y="4926764"/>
              <a:ext cx="1043863" cy="1431035"/>
              <a:chOff x="5615655" y="1501717"/>
              <a:chExt cx="3899819" cy="453648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5FCC81F-64E8-A97B-AEA4-EA4F7E94D5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15655" y="1501717"/>
                <a:ext cx="3899819" cy="4536481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66784A3-4886-C8A2-33C1-B248343875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46429" y1="54367" x2="46429" y2="54367"/>
                            <a14:foregroundMark x1="48810" y1="35241" x2="48810" y2="3524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206350" y="2631300"/>
                <a:ext cx="2718428" cy="291235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4856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7FEDC8C-C8FA-10CF-32DD-AB0F831E892C}"/>
              </a:ext>
            </a:extLst>
          </p:cNvPr>
          <p:cNvGrpSpPr/>
          <p:nvPr/>
        </p:nvGrpSpPr>
        <p:grpSpPr>
          <a:xfrm rot="1812666">
            <a:off x="2402846" y="2443104"/>
            <a:ext cx="1290087" cy="1710307"/>
            <a:chOff x="5615655" y="1501717"/>
            <a:chExt cx="3899819" cy="45364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3506902-8405-F5AF-6BAA-B5EF43842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15655" y="1501717"/>
              <a:ext cx="3899819" cy="45364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2CDD95D-E45F-26AF-B135-D5F9C03A3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6429" y1="54367" x2="46429" y2="54367"/>
                          <a14:foregroundMark x1="48810" y1="35241" x2="48810" y2="3524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06350" y="2631300"/>
              <a:ext cx="2718428" cy="2912356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69B6212-3610-B050-E999-1BECCDD8F952}"/>
              </a:ext>
            </a:extLst>
          </p:cNvPr>
          <p:cNvSpPr txBox="1"/>
          <p:nvPr/>
        </p:nvSpPr>
        <p:spPr>
          <a:xfrm>
            <a:off x="3559384" y="2828835"/>
            <a:ext cx="7232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PT Mono" panose="02060509020205020204" pitchFamily="49" charset="77"/>
                <a:cs typeface="Courier New" panose="02070309020205020404" pitchFamily="49" charset="0"/>
              </a:rPr>
              <a:t>résuméSpace</a:t>
            </a:r>
          </a:p>
        </p:txBody>
      </p:sp>
    </p:spTree>
    <p:extLst>
      <p:ext uri="{BB962C8B-B14F-4D97-AF65-F5344CB8AC3E}">
        <p14:creationId xmlns:p14="http://schemas.microsoft.com/office/powerpoint/2010/main" val="361423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BAF445B-DB8A-0F46-CC2C-5E8CB79DB51D}"/>
              </a:ext>
            </a:extLst>
          </p:cNvPr>
          <p:cNvGrpSpPr/>
          <p:nvPr/>
        </p:nvGrpSpPr>
        <p:grpSpPr>
          <a:xfrm>
            <a:off x="4598210" y="1686690"/>
            <a:ext cx="2995580" cy="3484621"/>
            <a:chOff x="5615655" y="1501717"/>
            <a:chExt cx="3899819" cy="45364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577D78-2861-1FF0-E617-DBA101DDF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15655" y="1501717"/>
              <a:ext cx="3899819" cy="45364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187D21-581E-E798-6A38-77B920F95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6429" y1="54367" x2="46429" y2="54367"/>
                          <a14:foregroundMark x1="48810" y1="35241" x2="48810" y2="3524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06350" y="2631300"/>
              <a:ext cx="2718428" cy="2912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0101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</Words>
  <Application>Microsoft Macintosh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Futura</vt:lpstr>
      <vt:lpstr>PT Mono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Ravindra S</dc:creator>
  <cp:lastModifiedBy>Ravindra S</cp:lastModifiedBy>
  <cp:revision>3</cp:revision>
  <dcterms:created xsi:type="dcterms:W3CDTF">2026-04-30T05:14:57Z</dcterms:created>
  <dcterms:modified xsi:type="dcterms:W3CDTF">2026-04-30T14:46:13Z</dcterms:modified>
</cp:coreProperties>
</file>